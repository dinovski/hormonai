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105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007B"/>
    <a:srgbClr val="F2D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30" d="100"/>
          <a:sy n="130" d="100"/>
        </p:scale>
        <p:origin x="328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33D82-3BC3-954D-A96E-528BAF1FE785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D9C14-8EF2-FA4C-A0FD-70E4CC976D4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524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2838D-D576-E240-9A4A-A8A994509C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14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D263-9A51-6CF5-744C-086DC9AC2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073F9-CBFC-F2C9-31C9-82CA42062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6E505-25A8-940E-252C-7CDD99077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341BA-5BB5-4EAD-0490-3E1FDED8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96385-90A5-44FE-51FE-4ED27AE8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91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838A-45FF-D6CA-0801-D06860FA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21B11-A14A-4FC8-2703-8FB809DF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252FA-94B9-8D95-71BB-70DCB3161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D1C1B-EE9F-7E88-63E3-D3DEA10A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B1208-9505-6702-D170-D0D5F9242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531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39FA-87DE-526F-1911-329551E22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C0686-B6C3-E869-DD72-FBE3DF0F3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1993E-BE46-A613-8E5E-D03C1B33E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E5AE8-DA57-B205-7B42-F13F168AC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5C77C-6712-51C1-1B03-0D4EC7A5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20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7CAA-091F-B9CE-C6D2-81D8EC3F2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D8538-BC26-FF32-E637-8ABABE093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CA3EA-9843-DFB4-1464-003CB7D36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334FD-DDBB-9C71-6EC3-8149B36C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91094-A510-02B3-9B46-5A370E3B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542E6-25B3-9E8D-3122-8DA14957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76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B0117-AAD2-691B-0351-79F677E0C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D0D88-0BDF-DF02-0B09-B84DC53BF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C407C-22AE-0ACD-0CF9-692EEFDCC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88531-C4E4-F5BC-853E-F6867E1873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3CF96C-39D2-AA7D-6B42-654B69E79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12AA7A-C4C7-A14A-6D90-7AF925C8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A46453-0DF5-2ABA-736F-1D709F5D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CDF56-4C5C-1998-4F70-9C8892BC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4210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8024-26AE-1216-FE14-EA547CF4D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23EAD5-3BBA-006D-F3F7-638BDC9E5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3B0B4-8369-135E-E9EC-81CADC169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2523E-09C3-90BA-4F5C-D75760E8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09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F88E9-76C6-7AAD-3478-6668E6B86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E070D-87A5-2328-738A-0E7E0BCE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5EF7A-EA66-CD97-9E39-C2B7F1DD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96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DB593-8B9F-D36E-8A1F-82E556CA0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74E73-F048-1BDC-243A-2350B5AB1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F7B59-7236-0D42-BBEF-F274FFE53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ED373-6310-82D6-60D1-4ADDB0FBC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E5E5F-FE34-62AE-B2B8-EC47BAF3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9D164-46F6-42D9-8136-6FABCEF0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235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D13C-13E3-CEBF-81D7-E8972CDD9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BF989A-43AD-4096-435F-4B4B579CF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F9001-A982-1B30-D691-6F36D2A46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87210-BF78-E86A-E8FA-D79A1942A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33B92-E3F9-F23B-403A-9DACC04D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ED54F-2347-C7A6-36B0-F57BC71B6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359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E697C-F04C-92B1-95E6-B5B3F277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5B4EA-7FF9-DB0D-CD92-B9EA17D71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EFBEF-53F2-F21E-A31A-13DD97AA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08DC2-B2CD-9FCA-7307-CF4D6CDF2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09129-60EE-143B-27FD-C7364B9D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260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AD0B4A-0FA7-2375-8016-95C270F56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4E8CE-67D3-C138-DCD4-BDC0D143C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8EAD5-A18D-40FB-4034-EA5FD095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64B20-76BA-7EBE-7C9A-4E7745DD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2AEC5-4094-C48B-29CD-471910632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5892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EFB413-62B5-EAED-9B95-458017A85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37FE1-D097-931D-EE89-BD41A07ED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C903B-30A0-FB9F-CAF6-9E867FAE0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F49D0-DED7-C94E-BDAD-9B025A81E00C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37CC2-824D-B1ED-5170-94F79E219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B9B5A-C61A-B228-1A4D-DA32A1F98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A8067-F233-CC4A-9AED-6240FF5A9C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14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3525D-C761-2B11-DE8A-BFF8039C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34D1F04-7464-CFE1-31B0-C030534A02BB}"/>
              </a:ext>
            </a:extLst>
          </p:cNvPr>
          <p:cNvGrpSpPr/>
          <p:nvPr/>
        </p:nvGrpSpPr>
        <p:grpSpPr>
          <a:xfrm>
            <a:off x="595043" y="679764"/>
            <a:ext cx="10922660" cy="5492435"/>
            <a:chOff x="595043" y="679764"/>
            <a:chExt cx="10922660" cy="549243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239E493-AD14-15C5-E2D2-4C39B34FBEE8}"/>
                </a:ext>
              </a:extLst>
            </p:cNvPr>
            <p:cNvSpPr/>
            <p:nvPr/>
          </p:nvSpPr>
          <p:spPr>
            <a:xfrm>
              <a:off x="595043" y="685799"/>
              <a:ext cx="5603208" cy="5486400"/>
            </a:xfrm>
            <a:prstGeom prst="rect">
              <a:avLst/>
            </a:prstGeom>
            <a:solidFill>
              <a:srgbClr val="F2DD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E56D58B-622E-372F-23F7-781788B52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090" r="17087" b="-2"/>
            <a:stretch>
              <a:fillRect/>
            </a:stretch>
          </p:blipFill>
          <p:spPr>
            <a:xfrm>
              <a:off x="6107503" y="685799"/>
              <a:ext cx="5410200" cy="5486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17A1CB-C901-2BF4-E7ED-49DC48E6966D}"/>
                </a:ext>
              </a:extLst>
            </p:cNvPr>
            <p:cNvSpPr txBox="1"/>
            <p:nvPr/>
          </p:nvSpPr>
          <p:spPr>
            <a:xfrm>
              <a:off x="1405115" y="1712151"/>
              <a:ext cx="3983063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3200" b="1" dirty="0">
                  <a:solidFill>
                    <a:srgbClr val="DF237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Prix Ruban Rose</a:t>
              </a:r>
            </a:p>
            <a:p>
              <a:pPr algn="ctr"/>
              <a:r>
                <a:rPr lang="fr-FR" sz="3200" b="1" dirty="0">
                  <a:solidFill>
                    <a:srgbClr val="DF237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Qualité de Vie</a:t>
              </a:r>
            </a:p>
            <a:p>
              <a:pPr algn="ctr"/>
              <a:r>
                <a:rPr lang="fr-FR" sz="3200" dirty="0"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FA7CA94-C337-AB0B-78B8-C75B45620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2636" y="3281811"/>
              <a:ext cx="4664238" cy="2623633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E603DC4-2AD6-A3B7-7C30-B57DF17465A2}"/>
                </a:ext>
              </a:extLst>
            </p:cNvPr>
            <p:cNvSpPr/>
            <p:nvPr/>
          </p:nvSpPr>
          <p:spPr>
            <a:xfrm>
              <a:off x="595043" y="685799"/>
              <a:ext cx="10922660" cy="5486400"/>
            </a:xfrm>
            <a:prstGeom prst="rect">
              <a:avLst/>
            </a:prstGeom>
            <a:noFill/>
            <a:ln w="76200">
              <a:solidFill>
                <a:srgbClr val="F7007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2BD60FA-AB4C-A8C7-0D30-A7778C73863F}"/>
                </a:ext>
              </a:extLst>
            </p:cNvPr>
            <p:cNvCxnSpPr/>
            <p:nvPr/>
          </p:nvCxnSpPr>
          <p:spPr>
            <a:xfrm flipH="1">
              <a:off x="6117335" y="679764"/>
              <a:ext cx="0" cy="5486400"/>
            </a:xfrm>
            <a:prstGeom prst="line">
              <a:avLst/>
            </a:prstGeom>
            <a:ln w="76200">
              <a:solidFill>
                <a:srgbClr val="F700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2674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8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Dina Zielinski</dc:creator>
  <cp:lastModifiedBy>Dina Zielinski</cp:lastModifiedBy>
  <cp:revision>1</cp:revision>
  <dcterms:created xsi:type="dcterms:W3CDTF">2026-07-28T19:21:50Z</dcterms:created>
  <dcterms:modified xsi:type="dcterms:W3CDTF">2026-07-29T08:04:39Z</dcterms:modified>
</cp:coreProperties>
</file>